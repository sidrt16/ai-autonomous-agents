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Claude to Instagram — an end-to-end automated content pipeline. Pause on the stats. $27/month for 3 posts per day, fully automated.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content creation is a time and money sink. Most teams either spend hours doing it manually or pay agencies thousands.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node. The trigger fires every 8 hours. Claude writes the post. The image is generated. It gets hosted. Then published. Zero human involvement.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simplest node but the most commonly missed step. If you forget to hit Publish, nothing runs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headers are required — missing content-type causes a Bad Request error. Haiku is ~10x cheaper than Sonnet for this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node does the heavy lifting of making Claude's output reliable. Without it, any variation in Claude's formatting breaks the whole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gpt-image-2 replaced DALL-E 3 in April 2026. Always returns base64 — that's why we need the Cloudinary node next to get a public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Cloudinary is the glue between gpt-image-2 (which only returns base64) and Instagram (which requires a public URL). Free tier is more than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two-step publish is mandatory — Meta won't let you skip the container step. The most common failure is using a PNG image — Meta silently accepts it but never publishes.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node is a simple HTTP request. No custom code servers, no DevOps. Anyone can maintain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posts live on Instagram right now. Each one has a unique AI-generated image and caption. Zero manual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$27/month vs $500-2000 for an agency. That's a 95% cost reduction with higher output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infrastructure is fixed cost. Scaling from 1 to 10 posts/day barely moves the needle on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affiliate links immediately — no product needed. Build to digital products. Then offer setup as a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MVP works. These are the logical next features. Auto-DM is the highest-impact quick win — it converts followers to leads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numbers. $27/month, 90 posts, zero manual work.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CONTENT GENERATION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to Instagram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731520" y="2514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zero-touch content pipeline from prompt to post in 12 seconds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3383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$27/mo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152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3383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3464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83464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to post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383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3×/day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93776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Auto-posts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40880" y="3383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04088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04088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consistent social content is slow, expensive, and repetitive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 hours/week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captions, choosing images, scheduling posts manually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235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agency cost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23560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content creation runs $500–$2,000/month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588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output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 leads to missed posts and off-brand content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235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scalability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2356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posts = more time. Linear cost that never improves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 pipeline: Claude generates content, DALL-E creates images, Meta publishes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1234440" cy="1280160"/>
          </a:xfrm>
          <a:prstGeom prst="roundRect">
            <a:avLst>
              <a:gd name="adj" fmla="val 7407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6916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8hrs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36192" y="2286000"/>
            <a:ext cx="18288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645920"/>
            <a:ext cx="1234440" cy="1280160"/>
          </a:xfrm>
          <a:prstGeom prst="roundRect">
            <a:avLst>
              <a:gd name="adj" fmla="val 7407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6916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Haiku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377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content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99232" y="2286000"/>
            <a:ext cx="18288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1234440" cy="1280160"/>
          </a:xfrm>
          <a:prstGeom prst="roundRect">
            <a:avLst>
              <a:gd name="adj" fmla="val 7407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6916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377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fields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62272" y="2286000"/>
            <a:ext cx="18288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645920"/>
            <a:ext cx="1234440" cy="1280160"/>
          </a:xfrm>
          <a:prstGeom prst="roundRect">
            <a:avLst>
              <a:gd name="adj" fmla="val 740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6916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DALL-E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Gen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visual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25312" y="2286000"/>
            <a:ext cx="18288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645920"/>
            <a:ext cx="1234440" cy="1280160"/>
          </a:xfrm>
          <a:prstGeom prst="roundRect">
            <a:avLst>
              <a:gd name="adj" fmla="val 740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16916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Cloudinary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377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image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88352" y="2286000"/>
            <a:ext cx="18288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645920"/>
            <a:ext cx="1234440" cy="1280160"/>
          </a:xfrm>
          <a:prstGeom prst="roundRect">
            <a:avLst>
              <a:gd name="adj" fmla="val 7407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16916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2377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live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24612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3429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Fresh AI-generated post with unique image, caption, and hashtags live on Instagram — automatically, 3× per day, every day.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581912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55648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55648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91256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91256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53128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88736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62472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24344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1 — Schedule Trigger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the workflow automatically every 8 hours — no manual input needed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1600200"/>
            <a:ext cx="3749040" cy="3154680"/>
          </a:xfrm>
          <a:prstGeom prst="roundRect">
            <a:avLst>
              <a:gd name="adj" fmla="val 2899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1737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Configuration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2176272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A2332"/>
          </a:solidFill>
          <a:ln w="12700">
            <a:solidFill>
              <a:srgbClr val="374151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2311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type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23160" y="22311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Trigger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2670048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A2332"/>
          </a:solidFill>
          <a:ln w="12700">
            <a:solidFill>
              <a:srgbClr val="374151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724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interval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23160" y="2724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3163824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A2332"/>
          </a:solidFill>
          <a:ln w="12700">
            <a:solidFill>
              <a:srgbClr val="374151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between triggers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32186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" y="365760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A2332"/>
          </a:solidFill>
          <a:ln w="12700">
            <a:solidFill>
              <a:srgbClr val="374151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712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per day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23160" y="37124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" y="4151376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A2332"/>
          </a:solidFill>
          <a:ln w="12700">
            <a:solidFill>
              <a:srgbClr val="374151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23160" y="4206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(Claude)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16002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0060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0600" y="2103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manual 'Execute workflow' button. Once the workflow is Published in n8n, this node fires automatically every 8 hours — 3 posts per day without touching anything.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31546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A0A00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0060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Critical step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0600" y="3657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must be Published (top-right in n8n) for the schedule to run. An unpublished workflow only runs when you click Execute manually.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Schedule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581912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55648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55648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91256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91256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53128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88736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62472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24344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2 — Claude Haiku API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hook, caption, hashtags and image prompt as a single JSON object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160020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Request config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2148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2459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24597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api.anthropic.com/v1/messages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2770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2770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claude-haiku-4-5-20251001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3081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11680" y="30815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127248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3264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headers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" y="3657600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1A2332"/>
          </a:solidFill>
          <a:ln w="12700">
            <a:solidFill>
              <a:srgbClr val="374151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6850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68880" y="36850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YOUR_ANTHROPIC_KEY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7240" y="4005072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1A2332"/>
          </a:solidFill>
          <a:ln w="12700">
            <a:solidFill>
              <a:srgbClr val="374151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0325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anthropic-version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68880" y="40325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2023-06-01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7240" y="4352544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1A2332"/>
          </a:solidFill>
          <a:ln w="12700">
            <a:solidFill>
              <a:srgbClr val="374151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3799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68880" y="4379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application/json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16002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0060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 (key extract)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00600" y="21031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"Rotate between: stat-based, story-based, tip-based, myth-busting, question-based. Return ONLY raw JSON. No markdown. Start with { end with }."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3547872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00600" y="36850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fields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00600" y="40507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 ·  script  ·  caption  ·  hashtags  ·  visual_desc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Schedule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581912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55648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55648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Claude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91256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91256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53128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88736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62472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24344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3 — JSON Parse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clean fields from Claude's response — handles markdown and array edge cases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1600200"/>
            <a:ext cx="5120640" cy="3154680"/>
          </a:xfrm>
          <a:prstGeom prst="roundRect">
            <a:avLst>
              <a:gd name="adj" fmla="val 2899"/>
            </a:avLst>
          </a:prstGeom>
          <a:solidFill>
            <a:srgbClr val="0D1117"/>
          </a:solidFill>
          <a:ln w="12700">
            <a:solidFill>
              <a:srgbClr val="06B6D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node — JavaScript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21488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raw = $input.first().json.content[0].text;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Strip markdown backticks if Claude adds them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raw.replace(/```json/g, '')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.replace(/```/g, '').trim();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parsed = JSON.parse(raw);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Join hashtags if Claude returns an array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(Array.isArray(parsed.hashtags))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parsed.hashtags = parsed.hashtags.join(' ');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[{ json: parsed }];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16002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strip backticks?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2103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sometimes wraps JSON in ```json blocks despite instructions. The replace() is a safety net so parsing never fails.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31546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8076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fix hashtags?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sometimes returns hashtags as a JSON array instead of a string. The Array.isArray() check joins them into a single string Meta accepts.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Schedule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581912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55648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55648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Claude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91256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91256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JSON Parse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53128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88736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62472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24344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4 — gpt-image-2 (Image Gen)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unique 1024×1024 JPEG from Claude's visual_desc field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160020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Request config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21488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2459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2459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api.openai.com/v1/images/generations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2770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Authorization: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27706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YOUR_OPENAI_KEY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127248"/>
            <a:ext cx="3749040" cy="1627632"/>
          </a:xfrm>
          <a:prstGeom prst="roundRect">
            <a:avLst>
              <a:gd name="adj" fmla="val 5618"/>
            </a:avLst>
          </a:prstGeom>
          <a:solidFill>
            <a:srgbClr val="0D111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3264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body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361188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"gpt-image-2",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"prompt": "{{ $json.visual_desc }}...",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"size": "1024x1024",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"quality": "low",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"output_format": "jpeg",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"n": 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16002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at scale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post/day (30 images)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21214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~$0.60/mo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432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posts/day (90 images)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24323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~$1.80/mo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posts/day (300 images)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27432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~$6.00/mo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3127248"/>
            <a:ext cx="4023360" cy="1627632"/>
          </a:xfrm>
          <a:prstGeom prst="roundRect">
            <a:avLst>
              <a:gd name="adj" fmla="val 5618"/>
            </a:avLst>
          </a:prstGeom>
          <a:solidFill>
            <a:srgbClr val="1A0A00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0600" y="3264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Key gotchas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0600" y="363016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gpt-image-2 always returns base64, never a URL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quality: 'low' is 15× faster and cheaper than 'high'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org verification required before first call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goes to next node as base64 string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Schedule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581912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55648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55648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Claude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91256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91256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JSON Parse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53128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DALL-E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88736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62472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24344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5 — Cloudinary Upload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base64 image to a public JPEG URL that Meta's API accepts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1600200"/>
            <a:ext cx="5120640" cy="3154680"/>
          </a:xfrm>
          <a:prstGeom prst="roundRect">
            <a:avLst>
              <a:gd name="adj" fmla="val 2899"/>
            </a:avLst>
          </a:prstGeom>
          <a:solidFill>
            <a:srgbClr val="0D1117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node — JavaScript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21488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base64Data =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$input.first().json.data[0].b64_json;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cloudName = 'YOUR_CLOUD_NAME';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uploadPreset = 'ml_default';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this.helpers.httpRequest({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'POST',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url: `https://api.cloudinary.com/v1_1/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${cloudName}/image/upload`,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file: `data:image/jpeg;base64,${base64Data}`,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upload_preset: uploadPreset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json: true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[{ json: { image_url: response.secure_url } }];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52160" y="16002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Google Drive?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2103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API blocks Drive URLs (redirects). Cloudinary serves direct URLs with no redirects. Free tier: 25GB storage.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31546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8076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required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 up at cloudinary.com (free)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Settings → Upload → Upload presets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 ml_default to Unsigned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Copy your Cloud Name into the code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Schedule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581912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55648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55648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Claude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91256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91256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JSON Parse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53128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DALL-E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88736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62472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Cloudinary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24344" y="356616"/>
            <a:ext cx="155448" cy="0"/>
          </a:xfrm>
          <a:prstGeom prst="lin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6459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645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6 — Instagram Publish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Meta Graph API call: create container → publish. Both required.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1600200"/>
            <a:ext cx="384048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EC489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A — Create Media Container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/{ig-user-id}/media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24231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"image_url": "{{ $json.image_url }}",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"caption": "{{ caption }}\n\n{{ hashtags }}",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"access_token": "YOUR_TOKEN"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3611880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Returns: { id: 'container_id' }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600200"/>
            <a:ext cx="384048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EC489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 — Publish Container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/{ig-user-id}/media_publish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24231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"creation_id": "{{ $json.id }}",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"access_token": "YOUR_TOKEN"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3480" y="3611880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Returns: { id: 'published_media_id' }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97764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1A0A00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08736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Key requirements: Instagram Business account + Facebook Page linked + System User token (Never expire) + image must be JPEG not PNG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n8n Cloud — 5 HTTP nodes, no custom infrastructure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347472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274320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 every 8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Interval: 8hrs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hook, caption, hashtags, image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max_tokens: 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Parse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Strips markdown, joins hashtag array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JSON.parse + array 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gpt-image-2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1024×1024 JPEG from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quality: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Cloudinary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Uploads base64 → returns public 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unsigned preset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Graph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container + publishes to Instagram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Two-step publish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@eve_rydayai — built and live in one session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0D1B2A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ANALYTICS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spending 8 hours on reports.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using AI analytics cut reporting time by 75%...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600200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0D1B2A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ANALYTICS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reports take 4 hours. Ours take 4 minutes.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using AI analytics cut reporting time by 80%...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600200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0D1B2A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ANALYTICS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3550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dashboard isn't slow. You're drowning in data.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centralizes your data...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Breakdown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automation at a fraction of traditional agency cost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475488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74151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90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Cloud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490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0" y="14904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$24.00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8046720" cy="475488"/>
          </a:xfrm>
          <a:prstGeom prst="roundRect">
            <a:avLst>
              <a:gd name="adj" fmla="val 11538"/>
            </a:avLst>
          </a:prstGeom>
          <a:solidFill>
            <a:srgbClr val="1A2332"/>
          </a:solidFill>
          <a:ln w="12700">
            <a:solidFill>
              <a:srgbClr val="374151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51176"/>
            <a:ext cx="8046720" cy="475488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74151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24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gpt-image-2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624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(90 images)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6243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8046720" cy="475488"/>
          </a:xfrm>
          <a:prstGeom prst="roundRect">
            <a:avLst>
              <a:gd name="adj" fmla="val 11538"/>
            </a:avLst>
          </a:prstGeom>
          <a:solidFill>
            <a:srgbClr val="1A2332"/>
          </a:solidFill>
          <a:ln w="12700">
            <a:solidFill>
              <a:srgbClr val="374151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91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Cloudinary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1912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hosting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31912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685032"/>
            <a:ext cx="8046720" cy="475488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74151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758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Graph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37581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publishing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7581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43159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monthly cost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4315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~$27.30/mo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Potential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pipeline, multiply outputs — cost grows linearly, value grows exponentially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7415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1/day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posts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$25/mo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3/day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posts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$27/mo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10/day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posts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$35/mo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51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1 to 10 posts/day costs only $10 more per month — the infrastructure cost is nearly fixed.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Monetization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streams, each building on the last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64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Affiliate Marketing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AI tools in captions. Claude, ChatGPT, analytics platforms all have programs. $5–50 per conversion.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$200–500/mo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679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Products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2644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prompt libraries and templates on Gumroad. '100 AI Analytics Prompts' at $29–99. Audience is already warm.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$500–2K/mo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867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142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Consulting &amp; Setup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4531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done-for-you pipeline setup. Businesses pay $500–2K to have this built for them. 3 clients covers all costs.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$2K–10K/mo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after the MVP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Auto-DM on comments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476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comments 'PROMPT', Meta Webhooks trigger Claude to DM the template automatically. Zero manual follow-up.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14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Carousel posts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9476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slides per post using multiple DALL-E calls. Carousels get 3× more saves than single images.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251460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514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200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Reels with Veo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5935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Veo API generates 8s video from visual_desc. Reels get 5× organic reach vs static posts.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60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30632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3200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Multi-account scale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35935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pipeline, different Claude system prompts. Run 5–10 niche accounts from one n8n workflow.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4160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automated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1325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to Instagram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Content Generation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97280" y="31089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$27/mo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9728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cost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31089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01752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01752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Posts/month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1089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93776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31089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85800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post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@eve_rydayai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to Instagram: AI-Powered Content Generation</dc:title>
  <dc:subject>PptxGenJS Presentation</dc:subject>
  <dc:creator>PptxGenJS</dc:creator>
  <cp:lastModifiedBy>PptxGenJS</cp:lastModifiedBy>
  <cp:revision>1</cp:revision>
  <dcterms:created xsi:type="dcterms:W3CDTF">2026-06-18T08:35:29Z</dcterms:created>
  <dcterms:modified xsi:type="dcterms:W3CDTF">2026-06-18T08:35:29Z</dcterms:modified>
</cp:coreProperties>
</file>